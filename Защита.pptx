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1" r:id="rId1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20" autoAdjust="0"/>
    <p:restoredTop sz="94660"/>
  </p:normalViewPr>
  <p:slideViewPr>
    <p:cSldViewPr snapToGrid="0">
      <p:cViewPr varScale="1">
        <p:scale>
          <a:sx n="98" d="100"/>
          <a:sy n="98" d="100"/>
        </p:scale>
        <p:origin x="110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14AF1-8461-4DA0-A9A2-E6CA696A6F11}" type="datetimeFigureOut">
              <a:rPr lang="ru-RU" smtClean="0"/>
              <a:t>21.01.2021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56248-28B6-44CE-9C83-993234F843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30495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14AF1-8461-4DA0-A9A2-E6CA696A6F11}" type="datetimeFigureOut">
              <a:rPr lang="ru-RU" smtClean="0"/>
              <a:t>21.01.2021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56248-28B6-44CE-9C83-993234F843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03040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14AF1-8461-4DA0-A9A2-E6CA696A6F11}" type="datetimeFigureOut">
              <a:rPr lang="ru-RU" smtClean="0"/>
              <a:t>21.01.2021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56248-28B6-44CE-9C83-993234F843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63510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14AF1-8461-4DA0-A9A2-E6CA696A6F11}" type="datetimeFigureOut">
              <a:rPr lang="ru-RU" smtClean="0"/>
              <a:t>21.01.2021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56248-28B6-44CE-9C83-993234F843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94799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14AF1-8461-4DA0-A9A2-E6CA696A6F11}" type="datetimeFigureOut">
              <a:rPr lang="ru-RU" smtClean="0"/>
              <a:t>21.01.2021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56248-28B6-44CE-9C83-993234F843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37780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14AF1-8461-4DA0-A9A2-E6CA696A6F11}" type="datetimeFigureOut">
              <a:rPr lang="ru-RU" smtClean="0"/>
              <a:t>21.01.2021</a:t>
            </a:fld>
            <a:endParaRPr lang="ru-RU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56248-28B6-44CE-9C83-993234F843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278305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14AF1-8461-4DA0-A9A2-E6CA696A6F11}" type="datetimeFigureOut">
              <a:rPr lang="ru-RU" smtClean="0"/>
              <a:t>21.01.2021</a:t>
            </a:fld>
            <a:endParaRPr lang="ru-RU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56248-28B6-44CE-9C83-993234F843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63198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14AF1-8461-4DA0-A9A2-E6CA696A6F11}" type="datetimeFigureOut">
              <a:rPr lang="ru-RU" smtClean="0"/>
              <a:t>21.01.2021</a:t>
            </a:fld>
            <a:endParaRPr lang="ru-RU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56248-28B6-44CE-9C83-993234F843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92575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14AF1-8461-4DA0-A9A2-E6CA696A6F11}" type="datetimeFigureOut">
              <a:rPr lang="ru-RU" smtClean="0"/>
              <a:t>21.01.2021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56248-28B6-44CE-9C83-993234F843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01957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14AF1-8461-4DA0-A9A2-E6CA696A6F11}" type="datetimeFigureOut">
              <a:rPr lang="ru-RU" smtClean="0"/>
              <a:t>21.01.2021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56248-28B6-44CE-9C83-993234F843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85077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14AF1-8461-4DA0-A9A2-E6CA696A6F11}" type="datetimeFigureOut">
              <a:rPr lang="ru-RU" smtClean="0"/>
              <a:t>21.01.2021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56248-28B6-44CE-9C83-993234F843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61260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14AF1-8461-4DA0-A9A2-E6CA696A6F11}" type="datetimeFigureOut">
              <a:rPr lang="ru-RU" smtClean="0"/>
              <a:t>21.01.2021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56248-28B6-44CE-9C83-993234F843B5}" type="slidenum">
              <a:rPr lang="ru-RU" smtClean="0"/>
              <a:t>‹#›</a:t>
            </a:fld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475004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14AF1-8461-4DA0-A9A2-E6CA696A6F11}" type="datetimeFigureOut">
              <a:rPr lang="ru-RU" smtClean="0"/>
              <a:t>21.01.2021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56248-28B6-44CE-9C83-993234F843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07640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14AF1-8461-4DA0-A9A2-E6CA696A6F11}" type="datetimeFigureOut">
              <a:rPr lang="ru-RU" smtClean="0"/>
              <a:t>21.01.2021</a:t>
            </a:fld>
            <a:endParaRPr lang="ru-R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56248-28B6-44CE-9C83-993234F843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355257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14AF1-8461-4DA0-A9A2-E6CA696A6F11}" type="datetimeFigureOut">
              <a:rPr lang="ru-RU" smtClean="0"/>
              <a:t>21.01.2021</a:t>
            </a:fld>
            <a:endParaRPr lang="ru-R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56248-28B6-44CE-9C83-993234F843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168222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14AF1-8461-4DA0-A9A2-E6CA696A6F11}" type="datetimeFigureOut">
              <a:rPr lang="ru-RU" smtClean="0"/>
              <a:t>21.01.2021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56248-28B6-44CE-9C83-993234F843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925096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14AF1-8461-4DA0-A9A2-E6CA696A6F11}" type="datetimeFigureOut">
              <a:rPr lang="ru-RU" smtClean="0"/>
              <a:t>21.01.2021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56248-28B6-44CE-9C83-993234F843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17292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AC14AF1-8461-4DA0-A9A2-E6CA696A6F11}" type="datetimeFigureOut">
              <a:rPr lang="ru-RU" smtClean="0"/>
              <a:t>21.01.2021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56248-28B6-44CE-9C83-993234F843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681938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  <p:sldLayoutId id="2147483750" r:id="rId12"/>
    <p:sldLayoutId id="2147483751" r:id="rId13"/>
    <p:sldLayoutId id="2147483752" r:id="rId14"/>
    <p:sldLayoutId id="2147483753" r:id="rId15"/>
    <p:sldLayoutId id="2147483754" r:id="rId16"/>
    <p:sldLayoutId id="214748375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Задача «Шахматы».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/>
              <a:t>Выполнили и решили: Михаил, Костя и Лев.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199535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Содержание: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sz="3600" dirty="0" smtClean="0"/>
              <a:t>Идея проекта.</a:t>
            </a:r>
          </a:p>
          <a:p>
            <a:r>
              <a:rPr lang="ru-RU" sz="3600" dirty="0" smtClean="0"/>
              <a:t>Для решения каких задач он создан.</a:t>
            </a:r>
          </a:p>
          <a:p>
            <a:r>
              <a:rPr lang="ru-RU" sz="3600" dirty="0" smtClean="0"/>
              <a:t>Описание реализации.</a:t>
            </a:r>
          </a:p>
          <a:p>
            <a:r>
              <a:rPr lang="ru-RU" sz="3600" dirty="0" smtClean="0"/>
              <a:t>Игровая доска.</a:t>
            </a:r>
          </a:p>
          <a:p>
            <a:r>
              <a:rPr lang="ru-RU" sz="3600" dirty="0" smtClean="0"/>
              <a:t>Игра.</a:t>
            </a:r>
          </a:p>
          <a:p>
            <a:r>
              <a:rPr lang="ru-RU" sz="3600" dirty="0" smtClean="0"/>
              <a:t>Заключение.</a:t>
            </a:r>
            <a:endParaRPr lang="ru-RU" sz="3600" dirty="0"/>
          </a:p>
        </p:txBody>
      </p:sp>
    </p:spTree>
    <p:extLst>
      <p:ext uri="{BB962C8B-B14F-4D97-AF65-F5344CB8AC3E}">
        <p14:creationId xmlns:p14="http://schemas.microsoft.com/office/powerpoint/2010/main" val="1575716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Идея проекта.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sz="2800" dirty="0" smtClean="0"/>
              <a:t>Возникновение столь сложной идеи появилась благодаря Михаилу и предложил Косте и мне, и тогда мы задумались. Реально-ли создать функционирующие шахматы с нашими знаниями в </a:t>
            </a:r>
            <a:r>
              <a:rPr lang="en-US" sz="2800" dirty="0" err="1" smtClean="0"/>
              <a:t>Qt</a:t>
            </a:r>
            <a:r>
              <a:rPr lang="en-US" sz="2800" dirty="0" smtClean="0"/>
              <a:t> </a:t>
            </a:r>
            <a:r>
              <a:rPr lang="ru-RU" sz="2800" dirty="0" smtClean="0"/>
              <a:t>и </a:t>
            </a:r>
            <a:r>
              <a:rPr lang="en-US" sz="2800" dirty="0" err="1" smtClean="0"/>
              <a:t>Pygame</a:t>
            </a:r>
            <a:r>
              <a:rPr lang="en-US" sz="2800" dirty="0" smtClean="0"/>
              <a:t>.</a:t>
            </a:r>
          </a:p>
          <a:p>
            <a:pPr marL="0" indent="0">
              <a:buNone/>
            </a:pPr>
            <a:r>
              <a:rPr lang="ru-RU" sz="2800" dirty="0" smtClean="0"/>
              <a:t/>
            </a:r>
            <a:br>
              <a:rPr lang="ru-RU" sz="2800" dirty="0" smtClean="0"/>
            </a:br>
            <a:r>
              <a:rPr lang="en-US" sz="2800" dirty="0" err="1" smtClean="0"/>
              <a:t>Qt</a:t>
            </a:r>
            <a:r>
              <a:rPr lang="en-US" sz="2800" dirty="0" smtClean="0"/>
              <a:t> </a:t>
            </a:r>
            <a:r>
              <a:rPr lang="ru-RU" sz="2800" dirty="0" smtClean="0"/>
              <a:t>во многом показала себя и с её помощью можно запросто сделать простые</a:t>
            </a:r>
            <a:r>
              <a:rPr lang="ru-RU" sz="2800" dirty="0"/>
              <a:t> </a:t>
            </a:r>
            <a:r>
              <a:rPr lang="ru-RU" sz="2800" dirty="0" smtClean="0"/>
              <a:t>модели фигурок из игры «Шахматы», а с помощью </a:t>
            </a:r>
            <a:r>
              <a:rPr lang="en-US" sz="2800" dirty="0" err="1" smtClean="0"/>
              <a:t>Pygame</a:t>
            </a:r>
            <a:r>
              <a:rPr lang="en-US" sz="2800" dirty="0" smtClean="0"/>
              <a:t> </a:t>
            </a:r>
            <a:r>
              <a:rPr lang="ru-RU" sz="2800" dirty="0" smtClean="0"/>
              <a:t>реализовать основные правила и главные её механики.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15033056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Для решений каких задач это создано.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sz="2800" dirty="0" smtClean="0"/>
              <a:t>Основной и главной причиной создание игровых шахмат – развитие мышления и тактики, ведь это главное, что нужно знать в такой игре.</a:t>
            </a:r>
            <a:br>
              <a:rPr lang="ru-RU" sz="2800" dirty="0" smtClean="0"/>
            </a:br>
            <a:r>
              <a:rPr lang="ru-RU" sz="2800" dirty="0" smtClean="0"/>
              <a:t/>
            </a:r>
            <a:br>
              <a:rPr lang="ru-RU" sz="2800" dirty="0" smtClean="0"/>
            </a:br>
            <a:r>
              <a:rPr lang="ru-RU" sz="2800" dirty="0" smtClean="0"/>
              <a:t>В нашем мире шахматы являются хорошим видом спорта, где решает ум, а не сила оппонента. Поэтому важно сделать такие игры общедоступными, чтобы дети и подростки могли играть в интеллектуальные настольные (в нашем случае виртуальные) игры.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2605976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Описание реализации.</a:t>
            </a:r>
            <a:r>
              <a:rPr lang="en-US" dirty="0" smtClean="0"/>
              <a:t> </a:t>
            </a:r>
            <a:r>
              <a:rPr lang="ru-RU" dirty="0" smtClean="0"/>
              <a:t>Доска.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261876" y="1828802"/>
            <a:ext cx="8595356" cy="40182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 smtClean="0"/>
              <a:t>Для начала нам нужно разобраться для начала с дизайном шахмат. Данной работой занялся Костя и он создал нужные нам модели всех видов фигурок, также он разработал с помощью</a:t>
            </a:r>
            <a:r>
              <a:rPr lang="en-US" dirty="0" smtClean="0"/>
              <a:t> QT</a:t>
            </a:r>
            <a:r>
              <a:rPr lang="ru-RU" dirty="0" smtClean="0"/>
              <a:t>. С ним же он создал нам доску и историю ходов игроков (Историю можно увидеть справа). 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1901" y="3618963"/>
            <a:ext cx="4078310" cy="29449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529589" y="3618963"/>
            <a:ext cx="413411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Ещё вы можете здесь увидеть, что</a:t>
            </a:r>
          </a:p>
          <a:p>
            <a:r>
              <a:rPr lang="ru-RU" dirty="0" smtClean="0"/>
              <a:t>есть распределение ролей, а точнее то, кто ходит (</a:t>
            </a:r>
            <a:r>
              <a:rPr lang="en-US" dirty="0" smtClean="0"/>
              <a:t>Black </a:t>
            </a:r>
            <a:r>
              <a:rPr lang="ru-RU" dirty="0" smtClean="0"/>
              <a:t>и </a:t>
            </a:r>
            <a:r>
              <a:rPr lang="en-US" dirty="0" smtClean="0"/>
              <a:t>White).</a:t>
            </a:r>
            <a:r>
              <a:rPr lang="ru-RU" dirty="0" smtClean="0"/>
              <a:t> Дополнительное объяснение того, какие размеры и то, как размещены можно узнать в отдельном файле</a:t>
            </a:r>
            <a:r>
              <a:rPr lang="en-US" dirty="0" smtClean="0"/>
              <a:t> ChessBoard.py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25338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Сама игра во внутренней части.</a:t>
            </a:r>
            <a:endParaRPr lang="ru-RU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661" y="2105092"/>
            <a:ext cx="5972175" cy="3924300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5485" y="2105092"/>
            <a:ext cx="4724400" cy="3343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777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90" y="819148"/>
            <a:ext cx="3267075" cy="1885950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8991" y="819148"/>
            <a:ext cx="6019800" cy="2486025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2941" y="3760324"/>
            <a:ext cx="4895850" cy="2619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1853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088" y="572573"/>
            <a:ext cx="5772150" cy="2209800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088" y="4026593"/>
            <a:ext cx="6351084" cy="2143125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0238" y="572573"/>
            <a:ext cx="5358265" cy="3454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15101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69" y="268846"/>
            <a:ext cx="8658225" cy="2971800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969" y="3240646"/>
            <a:ext cx="7391400" cy="2790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02621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8817" y="251385"/>
            <a:ext cx="6113323" cy="3165828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4675" y="3417213"/>
            <a:ext cx="6117465" cy="3333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53363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9031" y="213446"/>
            <a:ext cx="6513684" cy="2680194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817" y="2893640"/>
            <a:ext cx="6945720" cy="3708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8949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579" y="301714"/>
            <a:ext cx="7705725" cy="3524250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144" y="3967632"/>
            <a:ext cx="5190788" cy="2489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4053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Заключение.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 smtClean="0"/>
              <a:t>В конце нашей работы мы поняли, что создание шахмат с полного нуля – трудоёмкий процесс и в такие сроки смогли создать простые, но довольно правильные шахматы, которые могут играть 2 игрока. Дополнить такие шахматы можно, но нужно больше времени для создания идеальной версии.</a:t>
            </a:r>
            <a:br>
              <a:rPr lang="ru-RU" dirty="0" smtClean="0"/>
            </a:b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>Развить работу можно с помощью дополнительных условий:</a:t>
            </a:r>
            <a:br>
              <a:rPr lang="ru-RU" dirty="0" smtClean="0"/>
            </a:br>
            <a:r>
              <a:rPr lang="ru-RU" dirty="0" smtClean="0"/>
              <a:t>1. Создать титульный экран игры. (Здесь можно добавить раздел для настроек, выбор игроков и ещё что-то).</a:t>
            </a:r>
          </a:p>
          <a:p>
            <a:pPr marL="0" indent="0">
              <a:buNone/>
            </a:pPr>
            <a:r>
              <a:rPr lang="ru-RU" dirty="0" smtClean="0"/>
              <a:t>2. Добавлений счётчика побед для игроков.</a:t>
            </a:r>
          </a:p>
          <a:p>
            <a:pPr marL="0" indent="0">
              <a:buNone/>
            </a:pPr>
            <a:r>
              <a:rPr lang="ru-RU" dirty="0" smtClean="0"/>
              <a:t>3. Добавление Искусственного интеллекта для одиночной игры.</a:t>
            </a:r>
          </a:p>
          <a:p>
            <a:pPr marL="0" indent="0">
              <a:buNone/>
            </a:pPr>
            <a:r>
              <a:rPr lang="ru-RU" dirty="0" smtClean="0"/>
              <a:t>4. История побед.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64511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Ион">
  <a:themeElements>
    <a:clrScheme name="Ион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Ион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Ион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137</TotalTime>
  <Words>381</Words>
  <Application>Microsoft Office PowerPoint</Application>
  <PresentationFormat>Широкоэкранный</PresentationFormat>
  <Paragraphs>24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7" baseType="lpstr">
      <vt:lpstr>Arial</vt:lpstr>
      <vt:lpstr>Century Gothic</vt:lpstr>
      <vt:lpstr>Wingdings 3</vt:lpstr>
      <vt:lpstr>Ион</vt:lpstr>
      <vt:lpstr>Задача «Шахматы».</vt:lpstr>
      <vt:lpstr>Содержание:</vt:lpstr>
      <vt:lpstr>Идея проекта.</vt:lpstr>
      <vt:lpstr>Для решений каких задач это создано.</vt:lpstr>
      <vt:lpstr>Описание реализации. Доска.</vt:lpstr>
      <vt:lpstr>Сама игра во внутренней части.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Заключение.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Задача «Лабиринт».</dc:title>
  <dc:creator>SpaceWolf</dc:creator>
  <cp:lastModifiedBy>Костя Пантюшин</cp:lastModifiedBy>
  <cp:revision>11</cp:revision>
  <dcterms:created xsi:type="dcterms:W3CDTF">2020-11-08T15:50:02Z</dcterms:created>
  <dcterms:modified xsi:type="dcterms:W3CDTF">2021-01-21T14:29:54Z</dcterms:modified>
</cp:coreProperties>
</file>